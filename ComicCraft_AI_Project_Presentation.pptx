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Aptos"/>
              </a:rPr>
              <a:t>ComicCraft-AI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Aptos"/>
              </a:rPr>
              <a:t>An Intelligent AI-Based Comic Creation Platform</a:t>
            </a:r>
          </a:p>
          <a:p>
            <a:r>
              <a:rPr>
                <a:latin typeface="Aptos"/>
              </a:rPr>
              <a:t>Back End Development with Node.js</a:t>
            </a:r>
          </a:p>
          <a:p/>
          <a:p>
            <a:r>
              <a:rPr>
                <a:latin typeface="Aptos"/>
              </a:rPr>
              <a:t>Team Members:</a:t>
            </a:r>
          </a:p>
          <a:p>
            <a:r>
              <a:rPr>
                <a:latin typeface="Aptos"/>
              </a:rPr>
              <a:t>Teja G</a:t>
            </a:r>
          </a:p>
          <a:p>
            <a:r>
              <a:rPr>
                <a:latin typeface="Aptos"/>
              </a:rPr>
              <a:t>Yashika B</a:t>
            </a:r>
          </a:p>
          <a:p>
            <a:r>
              <a:rPr>
                <a:latin typeface="Aptos"/>
              </a:rPr>
              <a:t>Vaithishwari M</a:t>
            </a:r>
          </a:p>
          <a:p>
            <a:r>
              <a:rPr>
                <a:latin typeface="Aptos"/>
              </a:rPr>
              <a:t>Sowmiya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AI-based comic creation platform for structured and engaging comic stories.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Simplifies story planning, character design, dialogue writing, and scene organization.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Workflow: create project → develop story → manage characters/scenes → manage dialogue → track progress.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Technology: Node.js, Express.js, MongoDB, bcrypt and JWT.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Project Overview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Demonstrates backend development for an intelligent comic creation system.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Provides a simple workflow for managing comic projects.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Supports characters, scenes, stories, dialogue and progress tracking.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AI-assisted content generation is included as a core feature.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Key Highlights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Secure user registration and login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JWT-protected user operations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Comic project creation and management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Character and scene management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Story and dialogue organization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AI-assisted comic content generation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Comic progress tracking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RESTful API design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Input validation and centralized error handling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API testing using Postman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1. Client Layer – Web or mobile interface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2. API / Route Layer – Receives HTTP requests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3. Controller Layer – Business logic and request processing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4. Middleware Layer – JWT verification and route protection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5. Model Layer – Database schemas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6. Database Layer – MongoDB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State &amp; Security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Authentication prevents unauthorized access.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Passwords are hashed using bcrypt.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JWT provides token-based and stateless authentication.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Protected requests require a valid authentication token.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Ownership checks prevent cross-user comic modification.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Sensitive configuration can be stored in environment variables.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Comic projects and progress are persisted in MongoDB.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Users Collection – account and authentication information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Comics Collection – title, description, owner and status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Characters Collection – name, description, traits and comic reference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Scenes Collection – order, setting, description, dialogue and comic reference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Progress Collection – completion status and last activity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MongoDB collections can use Mongoose schemas.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Database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One User → Many Comic Projects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One Comic → Many Characters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One Comic → Many Scenes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One Scene → Many Dialogue Entries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One User → Many Progress Records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These relationships keep characters and scenes connected to the correct comic.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Setup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 b="1"/>
            </a:pPr>
            <a:r>
              <a:rPr>
                <a:latin typeface="Aptos"/>
              </a:rPr>
              <a:t>Prerequisites: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Node.js – Latest LTS version recommended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MongoDB – Local installation or MongoDB Atlas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Visual Studio Code or another code editor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Postman for API testing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 b="1"/>
            </a:pPr>
            <a:r>
              <a:rPr>
                <a:latin typeface="Aptos"/>
              </a:rPr>
              <a:t>Setup: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Open the ComicCraft-AI project folder in terminal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Run npm install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Configure PORT, MONGO_URI, JWT_SECRET and AI-service settings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Start using npm start or npm run dev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POST /register → Register user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POST /login → Authenticate user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GET /profile → View authenticated profile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POST /comics → Create comic project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GET /comics → Get user's comic projects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GET /comics/:id → Get a specific comic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PUT /comics/:id → Update a comic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DELETE /comics/:id → Delete a comic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POST /characters → Create character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POST /scenes → Create scene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POST /generate → Request AI-assisted content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GET /progress → View comic progress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Testing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Functional Testing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Authentication Testing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CRUD Operation Testing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Database Testing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AI-request Testing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Error Handling Testing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Security Testing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Tests verify registration, login, comic creation, characters, scenes, content generation and progress updates.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Authentication &amp; Database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Valid login generates a JWT token.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Protected endpoints reject requests without a valid token.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Invalid or expired tokens are rejected.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Users cannot modify another user's comic data.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 b="1"/>
            </a:pPr>
            <a:r>
              <a:rPr>
                <a:latin typeface="Aptos"/>
              </a:rPr>
              <a:t>Database checks: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User creation in Users collection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Comic creation in Comics collection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Character and scene associations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Progress references to the correct user and comic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Error Handling &amp; Security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400 Bad Request – Missing required fields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401 Unauthorized – Invalid login or JWT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404 Not Found – Non-existing comic or scene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500 Internal Server Error – Unexpected server failures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 b="1"/>
            </a:pPr>
            <a:r>
              <a:rPr>
                <a:latin typeface="Aptos"/>
              </a:rPr>
              <a:t>Security: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Password hashing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Authentication middleware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JWT verification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User ownership checks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Environment variables for sensitive values</a:t>
            </a:r>
          </a:p>
          <a:p>
            <a:pPr>
              <a:spcAft>
                <a:spcPts val="800"/>
              </a:spcAft>
              <a:defRPr sz="1700"/>
            </a:pPr>
            <a:r>
              <a:rPr>
                <a:latin typeface="Aptos"/>
              </a:rPr>
              <a:t>• Input 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Demonstration Flow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1. Start Node.js backend and connect MongoDB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2. Register and log in to obtain JWT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3. Create comic project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4. Add characters and scenes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5. Add or generate dialogue/content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6. Track progress and retrieve comic data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7. Demonstrate unauthorized request and verify 401 response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Future: React frontend, image-generation integration, AI story/dialogue generation, character consistency, PDF/image export, cloud deployment, analytics and sharing.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ComicCraft-AI demonstrates practical backend development concepts.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Uses RESTful APIs, authentication, database management and AI-assisted generation.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Technology stack: Node.js, Express.js, MongoDB, Mongoose, bcrypt and JWT.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Layered architecture separates routes, controllers, middleware, models and database operations.</a:t>
            </a:r>
          </a:p>
          <a:p>
            <a:pPr>
              <a:spcAft>
                <a:spcPts val="800"/>
              </a:spcAft>
              <a:defRPr sz="2000"/>
            </a:pPr>
            <a:r>
              <a:rPr>
                <a:latin typeface="Aptos"/>
              </a:rPr>
              <a:t>The platform can be extended with image generation, frontend interfaces, exports, collaboration, analytics and cloud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